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10871791" cy="1470025"/>
          </a:xfrm>
        </p:spPr>
        <p:txBody>
          <a:bodyPr/>
          <a:lstStyle/>
          <a:p>
            <a:pPr>
              <a:defRPr sz="5400" b="1">
                <a:solidFill>
                  <a:srgbClr val="4F46E5"/>
                </a:solidFill>
              </a:defRPr>
            </a:pPr>
            <a:r>
              <a:rPr dirty="0" err="1"/>
              <a:t>어디쯤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718158" cy="1752600"/>
          </a:xfrm>
        </p:spPr>
        <p:txBody>
          <a:bodyPr/>
          <a:lstStyle/>
          <a:p>
            <a:pPr>
              <a:defRPr sz="1800">
                <a:solidFill>
                  <a:srgbClr val="5B5776"/>
                </a:solidFill>
              </a:defRPr>
            </a:pPr>
            <a:r>
              <a:rPr dirty="0" err="1"/>
              <a:t>모임을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 </a:t>
            </a:r>
            <a:r>
              <a:rPr dirty="0" err="1"/>
              <a:t>초대</a:t>
            </a:r>
            <a:r>
              <a:rPr dirty="0"/>
              <a:t> </a:t>
            </a:r>
            <a:r>
              <a:rPr dirty="0" err="1"/>
              <a:t>링크를</a:t>
            </a:r>
            <a:r>
              <a:rPr dirty="0"/>
              <a:t> </a:t>
            </a:r>
            <a:r>
              <a:rPr dirty="0" err="1"/>
              <a:t>공유하면</a:t>
            </a:r>
            <a:r>
              <a:rPr dirty="0"/>
              <a:t>, </a:t>
            </a:r>
            <a:r>
              <a:rPr dirty="0" err="1"/>
              <a:t>당일</a:t>
            </a:r>
            <a:r>
              <a:rPr dirty="0"/>
              <a:t> </a:t>
            </a:r>
            <a:r>
              <a:rPr dirty="0" err="1"/>
              <a:t>참석자들이</a:t>
            </a:r>
            <a:r>
              <a:rPr dirty="0"/>
              <a:t> </a:t>
            </a:r>
            <a:r>
              <a:rPr dirty="0" err="1"/>
              <a:t>설치·가입</a:t>
            </a:r>
            <a:r>
              <a:rPr dirty="0"/>
              <a:t> </a:t>
            </a:r>
            <a:r>
              <a:rPr dirty="0" err="1"/>
              <a:t>없이</a:t>
            </a:r>
            <a:endParaRPr dirty="0"/>
          </a:p>
          <a:p>
            <a:pPr>
              <a:defRPr sz="1800">
                <a:solidFill>
                  <a:srgbClr val="5B5776"/>
                </a:solidFill>
              </a:defRPr>
            </a:pP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위에서</a:t>
            </a:r>
            <a:r>
              <a:rPr dirty="0"/>
              <a:t> </a:t>
            </a:r>
            <a:r>
              <a:rPr dirty="0" err="1"/>
              <a:t>서로의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위치와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예정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(ETA)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서비스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v0.2  ·  2026-09-01  ·  </a:t>
            </a:r>
            <a:r>
              <a:rPr dirty="0" err="1"/>
              <a:t>프로토타입</a:t>
            </a:r>
            <a:r>
              <a:rPr dirty="0"/>
              <a:t>(</a:t>
            </a: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전</a:t>
            </a:r>
            <a:r>
              <a:rPr dirty="0"/>
              <a:t>)  ·  1차 </a:t>
            </a:r>
            <a:r>
              <a:rPr dirty="0" err="1"/>
              <a:t>타깃</a:t>
            </a:r>
            <a:r>
              <a:rPr dirty="0"/>
              <a:t>: 20~30대 </a:t>
            </a:r>
            <a:r>
              <a:rPr dirty="0" err="1"/>
              <a:t>친구</a:t>
            </a:r>
            <a:r>
              <a:rPr dirty="0"/>
              <a:t> </a:t>
            </a:r>
            <a:r>
              <a:rPr dirty="0" err="1"/>
              <a:t>모임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문제 정의 — 왜 만드는가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1C1A30"/>
                </a:solidFill>
              </a:defRPr>
            </a:pPr>
            <a:r>
              <a:t>먼저 도착한 사람들이 늦는 사람이 언제 올지 몰라 대기할지 이동할지 판단하지 못한다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출발했는지, 어디쯤 오는지, 얼마나 걸리는지 매번 물어봐야 알 수 있다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늦는 사람은 이동 중이라 일일이 답하기 번거롭다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결과적으로 먼저 온 사람들이 애매하게 대기하며 시간을 낭비한다</a:t>
            </a:r>
          </a:p>
          <a:p>
            <a:pPr>
              <a:spcAft>
                <a:spcPts val="1000"/>
              </a:spcAft>
              <a:defRPr sz="1800">
                <a:solidFill>
                  <a:srgbClr val="1C1A30"/>
                </a:solidFill>
              </a:defRPr>
            </a:pPr>
            <a:r>
              <a:t>본질은 '위치를 보는 것'이 아니라 먼저 도착한 사람의 의사결정(대기 vs 이동)을 돕는 것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→ 가장 중요한 정보는 정확한 위치가 아니라 '장소까지 몇 분 남았는가(ETA)'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핵심 가치 — 입구는 약속, 가치는 당일 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1C1A30"/>
                </a:solidFill>
              </a:defRPr>
            </a:pPr>
            <a:r>
              <a:t>입구(진입 이유): 장소·날짜·시간을 정하고 사람을 초대하는 약속 관리</a:t>
            </a:r>
          </a:p>
          <a:p>
            <a:pPr>
              <a:spcAft>
                <a:spcPts val="1000"/>
              </a:spcAft>
              <a:defRPr sz="1800">
                <a:solidFill>
                  <a:srgbClr val="1C1A30"/>
                </a:solidFill>
              </a:defRPr>
            </a:pPr>
            <a:r>
              <a:t>킬러 기능(진짜 가치): 당일 지도 위 실시간 위치 + 목적지까지 자동 ETA</a:t>
            </a:r>
          </a:p>
          <a:p>
            <a:pPr>
              <a:spcAft>
                <a:spcPts val="1000"/>
              </a:spcAft>
              <a:defRPr sz="1800">
                <a:solidFill>
                  <a:srgbClr val="1C1A30"/>
                </a:solidFill>
              </a:defRPr>
            </a:pPr>
            <a:r>
              <a:t>차별점: 상시(always-on) 공유가 아닌 모임 단위의, 목적이 분명한, 모임이 끝나면 자동으로 꺼지는 공유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초대된 사람 = 공유 대상 — 약속 관리가 위치 공유를 자연스럽게 켜준다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'출발' 버튼을 눌러야 공유 시작 → 심리적 부담 최소화</a:t>
            </a:r>
          </a:p>
          <a:p>
            <a:pPr lvl="1">
              <a:spcAft>
                <a:spcPts val="1000"/>
              </a:spcAft>
              <a:defRPr sz="1500">
                <a:solidFill>
                  <a:srgbClr val="5B5776"/>
                </a:solidFill>
              </a:defRPr>
            </a:pPr>
            <a:r>
              <a:t>도착 반경 진입 시 개인 공유 자동 종료 → 지도에는 아직 오는 사람만 남는다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경쟁 지형 — 비어 있는 자리는 '모임 단위'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서비스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공유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진입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어디쯤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F46E5"/>
                          </a:solidFill>
                        </a:defRPr>
                      </a:pPr>
                      <a:r>
                        <a:t>모임 단위 · 출발 버튼 on/off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F46E5"/>
                          </a:solidFill>
                        </a:defRPr>
                      </a:pPr>
                      <a:r>
                        <a:t>초대 링크만 (설치·가입·친구관계 불필요)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F46E5"/>
                          </a:solidFill>
                        </a:defRPr>
                      </a:pPr>
                      <a:r>
                        <a:t>카카오 비사용자도 즉시 참여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카카오맵 '친구위치'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상시/시간 지정 · 도착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카카오톡 친구 + 앱 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전 국민 보유 앱에 내장, 경로 ETA 탑재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iSharing · '도와줘'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상시(always-on)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앱 설치 + 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Zenly 종료 이후 반사이익, 국내 3천만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Life360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상시 + Meet-up(랠리포인트)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앱 설치 + Circle 초대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가족 안전 포지셔닝, 구독 모델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Zenly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상시 · 캐주얼 위치공유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앱 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A30"/>
                          </a:solidFill>
                        </a:defRPr>
                      </a:pPr>
                      <a:r>
                        <a:t>2023 종료 — 바이럴에도 수익화 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타깃 &amp; MVP 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 b="1">
                <a:solidFill>
                  <a:srgbClr val="1E9464"/>
                </a:solidFill>
              </a:defRPr>
            </a:pPr>
            <a:r>
              <a:t>포함 (MVP)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모임 생성 — 장소·날짜·시간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초대 링크 — 닉네임만으로 참여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'출발' 시 실시간 위치 + 자동 ETA 공유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도착 시 자동 종료 + 도착 인원 명단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일정 시간 경과 후 전체 세션 자동 종료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 b="1">
                <a:solidFill>
                  <a:srgbClr val="5B5776"/>
                </a:solidFill>
              </a:defRPr>
            </a:pPr>
            <a:r>
              <a:t>제외 (나중 단계)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채팅 · 참석투표(RSVP)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장소 추천 · 정산 · 리마인더 알림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백그라운드 위치 추적 · 푸시 알림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PWA 전환 · 정식 브랜딩</a:t>
            </a:r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t>→ 넣기 시작하면 카카오톡·밴드와 같아진다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5776"/>
                </a:solidFill>
              </a:defRPr>
            </a:pPr>
            <a:r>
              <a:t>1차 타깃: 20~30대 친구 모임 — 앱 설치 거부감이 크고, 위치 공유는 '모임 때만'이면 수용 가능한 그룹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핵심 사용자 시나리오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t>1.  A가 '9월 12일 저녁 7시 30분, 건대입구역' 모임을 만든다</a:t>
            </a:r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t>2.  생성된 초대 링크를 단톡방에 공유한다 — 설치도 가입도 필요 없다</a:t>
            </a:r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t>3.  친구들이 링크를 눌러 닉네임만 입력하고 참여한다</a:t>
            </a:r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t>4.  모임 당일, 각자 '출발'을 누르면 지도에 서로의 위치와 남은 시간이 뜬다</a:t>
            </a:r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t>5.  먼저 온 사람이 'B가 12분 남았네, 카페에 가 있자'를 스스로 판단한다</a:t>
            </a:r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t>6.  도착 반경에 들어오면 공유가 자동으로 꺼지고 도착 인원 명단에 더해진다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구현 화면 (1) — 모임 만들기</a:t>
            </a:r>
          </a:p>
        </p:txBody>
      </p:sp>
      <p:pic>
        <p:nvPicPr>
          <p:cNvPr id="3" name="Picture 2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1943642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4640" y="5806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5776"/>
                </a:solidFill>
              </a:defRPr>
            </a:pPr>
            <a:r>
              <a:t>01 · 홈 — 만들기 / 링크로 참여</a:t>
            </a:r>
          </a:p>
        </p:txBody>
      </p:sp>
      <p:pic>
        <p:nvPicPr>
          <p:cNvPr id="5" name="Picture 4" descr="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194364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5806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5776"/>
                </a:solidFill>
              </a:defRPr>
            </a:pPr>
            <a:r>
              <a:t>02 · 모임 만들기 — 5분 단위 날짜·시간 피커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구현 화면 (2) — 초대와 참여</a:t>
            </a:r>
          </a:p>
        </p:txBody>
      </p:sp>
      <p:pic>
        <p:nvPicPr>
          <p:cNvPr id="3" name="Picture 2" descr="3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1943642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4640" y="5806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5776"/>
                </a:solidFill>
              </a:defRPr>
            </a:pPr>
            <a:r>
              <a:t>03 · 초대하기 — secret 토큰 포함 링크</a:t>
            </a:r>
          </a:p>
        </p:txBody>
      </p:sp>
      <p:pic>
        <p:nvPicPr>
          <p:cNvPr id="5" name="Picture 4" descr="4-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194364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5806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5776"/>
                </a:solidFill>
              </a:defRPr>
            </a:pPr>
            <a:r>
              <a:t>04 · 참여 — 설치·가입 없이 닉네임만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구현 화면 (3) — 당일 실시간 지도</a:t>
            </a:r>
          </a:p>
        </p:txBody>
      </p:sp>
      <p:pic>
        <p:nvPicPr>
          <p:cNvPr id="3" name="Picture 2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2239413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1A30"/>
                </a:solidFill>
              </a:defRPr>
            </a:pPr>
            <a:r>
              <a:t>카카오맵 위에 목적지와 참여자 위치를 함께 표시</a:t>
            </a:r>
          </a:p>
          <a:p>
            <a:pPr>
              <a:spcAft>
                <a:spcPts val="1000"/>
              </a:spcAft>
              <a:defRPr sz="1600">
                <a:solidFill>
                  <a:srgbClr val="1C1A30"/>
                </a:solidFill>
              </a:defRPr>
            </a:pPr>
            <a:r>
              <a:t>'나 출발하기'를 눌러야 내 위치 공유가 시작된다</a:t>
            </a:r>
          </a:p>
          <a:p>
            <a:pPr>
              <a:spcAft>
                <a:spcPts val="1000"/>
              </a:spcAft>
              <a:defRPr sz="1600">
                <a:solidFill>
                  <a:srgbClr val="1C1A30"/>
                </a:solidFill>
              </a:defRPr>
            </a:pPr>
            <a:r>
              <a:t>참여자는 '오는 중'과 '도착' 두 그룹으로 나뉘어 정리된다</a:t>
            </a:r>
          </a:p>
          <a:p>
            <a:pPr>
              <a:spcAft>
                <a:spcPts val="1000"/>
              </a:spcAft>
              <a:defRPr sz="1600">
                <a:solidFill>
                  <a:srgbClr val="1C1A30"/>
                </a:solidFill>
              </a:defRPr>
            </a:pPr>
            <a:r>
              <a:t>도착 반경(80m) 진입 시 해당 참여자 공유는 자동 종료</a:t>
            </a:r>
          </a:p>
          <a:p>
            <a:pPr>
              <a:spcAft>
                <a:spcPts val="1000"/>
              </a:spcAft>
              <a:defRPr sz="1600">
                <a:solidFill>
                  <a:srgbClr val="1C1A30"/>
                </a:solidFill>
              </a:defRPr>
            </a:pPr>
            <a:r>
              <a:t>ETA는 거리 기반 추정 → 카카오모빌리티 경로 ETA로 확장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상황</a:t>
            </a:r>
            <a:r>
              <a:rPr dirty="0"/>
              <a:t> —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남은</a:t>
            </a:r>
            <a:r>
              <a:rPr dirty="0"/>
              <a:t> </a:t>
            </a:r>
            <a:r>
              <a:rPr dirty="0" err="1"/>
              <a:t>것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700">
                <a:solidFill>
                  <a:srgbClr val="1C1A30"/>
                </a:solidFill>
              </a:defRPr>
            </a:pPr>
            <a:r>
              <a:rPr dirty="0" err="1"/>
              <a:t>완료</a:t>
            </a:r>
            <a:r>
              <a:rPr dirty="0"/>
              <a:t>: 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프로토타입</a:t>
            </a:r>
            <a:r>
              <a:rPr dirty="0"/>
              <a:t> — </a:t>
            </a:r>
            <a:r>
              <a:rPr dirty="0" err="1"/>
              <a:t>카카오맵</a:t>
            </a:r>
            <a:r>
              <a:rPr dirty="0"/>
              <a:t> + GPS +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릴레이</a:t>
            </a:r>
            <a:r>
              <a:rPr dirty="0"/>
              <a:t> + ETA +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처리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1C1A30"/>
                </a:solidFill>
              </a:defRPr>
            </a:pPr>
            <a:r>
              <a:rPr dirty="0"/>
              <a:t>Phase 1 · </a:t>
            </a:r>
            <a:r>
              <a:rPr dirty="0" err="1"/>
              <a:t>프로덕션</a:t>
            </a:r>
            <a:r>
              <a:rPr dirty="0"/>
              <a:t> </a:t>
            </a:r>
            <a:r>
              <a:rPr dirty="0" err="1"/>
              <a:t>배포</a:t>
            </a:r>
            <a:r>
              <a:rPr dirty="0"/>
              <a:t> — GitHub push + HTTPS </a:t>
            </a:r>
            <a:r>
              <a:rPr dirty="0" err="1"/>
              <a:t>배포</a:t>
            </a:r>
            <a:r>
              <a:rPr dirty="0"/>
              <a:t> (</a:t>
            </a:r>
            <a:r>
              <a:rPr dirty="0" err="1"/>
              <a:t>예정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1C1A30"/>
                </a:solidFill>
              </a:defRPr>
            </a:pPr>
            <a:r>
              <a:rPr dirty="0"/>
              <a:t>Phase 2 · </a:t>
            </a:r>
            <a:r>
              <a:rPr dirty="0" err="1"/>
              <a:t>카카오맵</a:t>
            </a:r>
            <a:r>
              <a:rPr dirty="0"/>
              <a:t> </a:t>
            </a:r>
            <a:r>
              <a:rPr dirty="0" err="1"/>
              <a:t>도메인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— </a:t>
            </a:r>
            <a:r>
              <a:rPr dirty="0" err="1"/>
              <a:t>배포</a:t>
            </a:r>
            <a:r>
              <a:rPr dirty="0"/>
              <a:t> URL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(</a:t>
            </a:r>
            <a:r>
              <a:rPr dirty="0" err="1"/>
              <a:t>예정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1C1A30"/>
                </a:solidFill>
              </a:defRPr>
            </a:pPr>
            <a:r>
              <a:rPr dirty="0"/>
              <a:t>Phase 3 · </a:t>
            </a:r>
            <a:r>
              <a:rPr dirty="0" err="1"/>
              <a:t>실기기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— </a:t>
            </a:r>
            <a:r>
              <a:rPr dirty="0" err="1"/>
              <a:t>휴대폰</a:t>
            </a:r>
            <a:r>
              <a:rPr dirty="0"/>
              <a:t> 2대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종단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(</a:t>
            </a:r>
            <a:r>
              <a:rPr dirty="0" err="1"/>
              <a:t>예정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1C1A30"/>
                </a:solidFill>
              </a:defRPr>
            </a:pP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: </a:t>
            </a:r>
            <a:r>
              <a:rPr dirty="0" err="1"/>
              <a:t>초대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secret </a:t>
            </a:r>
            <a:r>
              <a:rPr dirty="0" err="1"/>
              <a:t>토큰</a:t>
            </a:r>
            <a:r>
              <a:rPr dirty="0"/>
              <a:t> + IP </a:t>
            </a:r>
            <a:r>
              <a:rPr dirty="0" err="1"/>
              <a:t>단위</a:t>
            </a:r>
            <a:r>
              <a:rPr dirty="0"/>
              <a:t> rate </a:t>
            </a:r>
            <a:r>
              <a:rPr dirty="0" err="1"/>
              <a:t>limit으로</a:t>
            </a:r>
            <a:r>
              <a:rPr dirty="0"/>
              <a:t> </a:t>
            </a:r>
            <a:r>
              <a:rPr dirty="0" err="1"/>
              <a:t>위치정보</a:t>
            </a:r>
            <a:r>
              <a:rPr dirty="0"/>
              <a:t> </a:t>
            </a:r>
            <a:r>
              <a:rPr dirty="0" err="1"/>
              <a:t>유출</a:t>
            </a:r>
            <a:r>
              <a:rPr dirty="0"/>
              <a:t> </a:t>
            </a:r>
            <a:r>
              <a:rPr dirty="0" err="1"/>
              <a:t>차단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1C1A30"/>
                </a:solidFill>
              </a:defRPr>
            </a:pP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: </a:t>
            </a:r>
            <a:r>
              <a:rPr dirty="0" err="1"/>
              <a:t>날짜·시간</a:t>
            </a:r>
            <a:r>
              <a:rPr dirty="0"/>
              <a:t> </a:t>
            </a:r>
            <a:r>
              <a:rPr dirty="0" err="1"/>
              <a:t>네이티브</a:t>
            </a:r>
            <a:r>
              <a:rPr dirty="0"/>
              <a:t> </a:t>
            </a:r>
            <a:r>
              <a:rPr dirty="0" err="1"/>
              <a:t>피커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5분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스냅</a:t>
            </a:r>
            <a:r>
              <a:rPr dirty="0"/>
              <a:t> </a:t>
            </a:r>
            <a:r>
              <a:rPr dirty="0" err="1"/>
              <a:t>강제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상용화 방향 — 강점과 리스크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 b="1">
                <a:solidFill>
                  <a:srgbClr val="1E9464"/>
                </a:solidFill>
              </a:defRPr>
            </a:pPr>
            <a:r>
              <a:rPr dirty="0" err="1"/>
              <a:t>강점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무마찰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— </a:t>
            </a:r>
            <a:r>
              <a:rPr dirty="0" err="1"/>
              <a:t>친구관계·설치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</a:t>
            </a:r>
            <a:r>
              <a:rPr dirty="0" err="1"/>
              <a:t>하나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세션</a:t>
            </a:r>
            <a:r>
              <a:rPr dirty="0"/>
              <a:t> —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목적지·시간에</a:t>
            </a:r>
            <a:r>
              <a:rPr dirty="0"/>
              <a:t> </a:t>
            </a:r>
            <a:r>
              <a:rPr dirty="0" err="1"/>
              <a:t>묶임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출발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on/</a:t>
            </a:r>
            <a:r>
              <a:rPr dirty="0" err="1"/>
              <a:t>off로</a:t>
            </a:r>
            <a:r>
              <a:rPr dirty="0"/>
              <a:t> </a:t>
            </a:r>
            <a:r>
              <a:rPr dirty="0" err="1"/>
              <a:t>부담</a:t>
            </a:r>
            <a:r>
              <a:rPr dirty="0"/>
              <a:t> </a:t>
            </a:r>
            <a:r>
              <a:rPr dirty="0" err="1"/>
              <a:t>최소화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 UX —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앱의</a:t>
            </a:r>
            <a:r>
              <a:rPr dirty="0"/>
              <a:t> </a:t>
            </a:r>
            <a:r>
              <a:rPr dirty="0" err="1"/>
              <a:t>서브</a:t>
            </a:r>
            <a:r>
              <a:rPr dirty="0"/>
              <a:t> </a:t>
            </a:r>
            <a:r>
              <a:rPr dirty="0" err="1"/>
              <a:t>기능이</a:t>
            </a:r>
            <a:r>
              <a:rPr dirty="0"/>
              <a:t> </a:t>
            </a:r>
            <a:r>
              <a:rPr dirty="0" err="1"/>
              <a:t>아님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600" b="1">
                <a:solidFill>
                  <a:srgbClr val="C0392B"/>
                </a:solidFill>
              </a:defRPr>
            </a:pPr>
            <a:r>
              <a:rPr dirty="0" err="1"/>
              <a:t>약점</a:t>
            </a:r>
            <a:r>
              <a:rPr dirty="0"/>
              <a:t> · </a:t>
            </a:r>
            <a:r>
              <a:rPr dirty="0" err="1"/>
              <a:t>리스크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카카오맵</a:t>
            </a:r>
            <a:r>
              <a:rPr dirty="0"/>
              <a:t> '</a:t>
            </a:r>
            <a:r>
              <a:rPr dirty="0" err="1"/>
              <a:t>친구위치'가</a:t>
            </a:r>
            <a:r>
              <a:rPr dirty="0"/>
              <a:t> </a:t>
            </a:r>
            <a:r>
              <a:rPr dirty="0" err="1"/>
              <a:t>유사</a:t>
            </a:r>
            <a:r>
              <a:rPr dirty="0"/>
              <a:t> </a:t>
            </a:r>
            <a:r>
              <a:rPr dirty="0" err="1"/>
              <a:t>가치를</a:t>
            </a:r>
            <a:r>
              <a:rPr dirty="0"/>
              <a:t> </a:t>
            </a:r>
            <a:r>
              <a:rPr dirty="0" err="1"/>
              <a:t>무료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Zenly</a:t>
            </a:r>
            <a:r>
              <a:rPr dirty="0"/>
              <a:t> — </a:t>
            </a:r>
            <a:r>
              <a:rPr dirty="0" err="1"/>
              <a:t>바이럴에도</a:t>
            </a:r>
            <a:r>
              <a:rPr dirty="0"/>
              <a:t> </a:t>
            </a:r>
            <a:r>
              <a:rPr dirty="0" err="1"/>
              <a:t>수익화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종료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프로세스·파일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= </a:t>
            </a:r>
            <a:r>
              <a:rPr dirty="0" err="1"/>
              <a:t>확장성</a:t>
            </a:r>
            <a:r>
              <a:rPr dirty="0"/>
              <a:t> </a:t>
            </a:r>
            <a:r>
              <a:rPr dirty="0" err="1"/>
              <a:t>한계</a:t>
            </a:r>
            <a:endParaRPr dirty="0"/>
          </a:p>
          <a:p>
            <a:pPr lvl="1">
              <a:spcAft>
                <a:spcPts val="1000"/>
              </a:spcAft>
              <a:defRPr sz="1300">
                <a:solidFill>
                  <a:srgbClr val="5B5776"/>
                </a:solidFill>
              </a:defRPr>
            </a:pPr>
            <a:r>
              <a:rPr dirty="0" err="1"/>
              <a:t>광고</a:t>
            </a:r>
            <a:r>
              <a:rPr dirty="0"/>
              <a:t> </a:t>
            </a:r>
            <a:r>
              <a:rPr dirty="0" err="1"/>
              <a:t>수익만으로</a:t>
            </a:r>
            <a:r>
              <a:rPr dirty="0"/>
              <a:t> </a:t>
            </a:r>
            <a:r>
              <a:rPr dirty="0" err="1"/>
              <a:t>인프라·API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감당</a:t>
            </a:r>
            <a:r>
              <a:rPr dirty="0"/>
              <a:t> </a:t>
            </a:r>
            <a:r>
              <a:rPr dirty="0" err="1"/>
              <a:t>불확실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5776"/>
                </a:solidFill>
              </a:defRPr>
            </a:pPr>
            <a:r>
              <a:t>1차 수익모델: 화면 내 구글 광고   |   1차 비용구조: 여유 PC 자가 서버 (트래픽 증가 시 클라우드 이전 전제)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결론 &amp;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rPr dirty="0" err="1"/>
              <a:t>범용</a:t>
            </a:r>
            <a:r>
              <a:rPr dirty="0"/>
              <a:t> B2C로 </a:t>
            </a:r>
            <a:r>
              <a:rPr dirty="0" err="1"/>
              <a:t>카카오와</a:t>
            </a:r>
            <a:r>
              <a:rPr dirty="0"/>
              <a:t> </a:t>
            </a:r>
            <a:r>
              <a:rPr dirty="0" err="1"/>
              <a:t>정면승부하는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승산이</a:t>
            </a:r>
            <a:r>
              <a:rPr dirty="0"/>
              <a:t> </a:t>
            </a:r>
            <a:r>
              <a:rPr dirty="0" err="1"/>
              <a:t>낮다</a:t>
            </a: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친구관계가</a:t>
            </a:r>
            <a:r>
              <a:rPr dirty="0"/>
              <a:t> </a:t>
            </a:r>
            <a:r>
              <a:rPr dirty="0" err="1"/>
              <a:t>성립하지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모임</a:t>
            </a:r>
            <a:r>
              <a:rPr dirty="0"/>
              <a:t>(</a:t>
            </a:r>
            <a:r>
              <a:rPr dirty="0" err="1"/>
              <a:t>오픈채팅</a:t>
            </a:r>
            <a:r>
              <a:rPr dirty="0"/>
              <a:t> </a:t>
            </a:r>
            <a:r>
              <a:rPr dirty="0" err="1"/>
              <a:t>번개</a:t>
            </a:r>
            <a:r>
              <a:rPr dirty="0"/>
              <a:t>, </a:t>
            </a:r>
            <a:r>
              <a:rPr dirty="0" err="1"/>
              <a:t>소개팅</a:t>
            </a:r>
            <a:r>
              <a:rPr dirty="0"/>
              <a:t>, </a:t>
            </a:r>
            <a:r>
              <a:rPr dirty="0" err="1"/>
              <a:t>외국인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)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틈새</a:t>
            </a: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rPr dirty="0" err="1"/>
              <a:t>러닝크루·축제·행사</a:t>
            </a:r>
            <a:r>
              <a:rPr dirty="0"/>
              <a:t> </a:t>
            </a:r>
            <a:r>
              <a:rPr dirty="0" err="1"/>
              <a:t>주최측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B2B </a:t>
            </a:r>
            <a:r>
              <a:rPr dirty="0" err="1"/>
              <a:t>임베드가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확장</a:t>
            </a:r>
            <a:r>
              <a:rPr dirty="0"/>
              <a:t> </a:t>
            </a:r>
            <a:r>
              <a:rPr dirty="0" err="1"/>
              <a:t>경로</a:t>
            </a: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rPr dirty="0" err="1"/>
              <a:t>당장</a:t>
            </a:r>
            <a:r>
              <a:rPr dirty="0"/>
              <a:t> </a:t>
            </a:r>
            <a:r>
              <a:rPr dirty="0" err="1"/>
              <a:t>할</a:t>
            </a:r>
            <a:r>
              <a:rPr dirty="0"/>
              <a:t> </a:t>
            </a:r>
            <a:r>
              <a:rPr dirty="0" err="1"/>
              <a:t>일</a:t>
            </a:r>
            <a:r>
              <a:rPr dirty="0"/>
              <a:t>: </a:t>
            </a:r>
            <a:r>
              <a:rPr dirty="0" err="1"/>
              <a:t>배포</a:t>
            </a:r>
            <a:r>
              <a:rPr dirty="0"/>
              <a:t>(Phase 1) →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도메인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(Phase 2) → </a:t>
            </a:r>
            <a:r>
              <a:rPr dirty="0" err="1"/>
              <a:t>실기기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(Phase 3)</a:t>
            </a:r>
          </a:p>
          <a:p>
            <a:pPr>
              <a:spcAft>
                <a:spcPts val="1400"/>
              </a:spcAft>
              <a:defRPr sz="1800">
                <a:solidFill>
                  <a:srgbClr val="1C1A30"/>
                </a:solidFill>
              </a:defRPr>
            </a:pP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: </a:t>
            </a:r>
            <a:r>
              <a:rPr dirty="0" err="1"/>
              <a:t>정식</a:t>
            </a:r>
            <a:r>
              <a:rPr dirty="0"/>
              <a:t> </a:t>
            </a:r>
            <a:r>
              <a:rPr dirty="0" err="1"/>
              <a:t>네이밍</a:t>
            </a:r>
            <a:r>
              <a:rPr dirty="0"/>
              <a:t>, PWA </a:t>
            </a:r>
            <a:r>
              <a:rPr dirty="0" err="1"/>
              <a:t>전환</a:t>
            </a:r>
            <a:r>
              <a:rPr dirty="0"/>
              <a:t>, </a:t>
            </a:r>
            <a:r>
              <a:rPr dirty="0" err="1"/>
              <a:t>외부</a:t>
            </a:r>
            <a:r>
              <a:rPr dirty="0"/>
              <a:t> DB </a:t>
            </a:r>
            <a:r>
              <a:rPr dirty="0" err="1"/>
              <a:t>전환</a:t>
            </a:r>
            <a:r>
              <a:rPr dirty="0"/>
              <a:t>, </a:t>
            </a:r>
            <a:r>
              <a:rPr dirty="0" err="1"/>
              <a:t>카카오모빌리티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937</Words>
  <Application>Microsoft Macintosh PowerPoint</Application>
  <PresentationFormat>와이드스크린</PresentationFormat>
  <Paragraphs>101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어디쯤</vt:lpstr>
      <vt:lpstr>문제 정의 — 왜 만드는가</vt:lpstr>
      <vt:lpstr>핵심 가치 — 입구는 약속, 가치는 당일 ETA</vt:lpstr>
      <vt:lpstr>경쟁 지형 — 비어 있는 자리는 '모임 단위'</vt:lpstr>
      <vt:lpstr>타깃 &amp; MVP 범위</vt:lpstr>
      <vt:lpstr>핵심 사용자 시나리오</vt:lpstr>
      <vt:lpstr>구현 화면 (1) — 모임 만들기</vt:lpstr>
      <vt:lpstr>구현 화면 (2) — 초대와 참여</vt:lpstr>
      <vt:lpstr>구현 화면 (3) — 당일 실시간 지도</vt:lpstr>
      <vt:lpstr>진행 상황 — 만든 것과 남은 것</vt:lpstr>
      <vt:lpstr>상용화 방향 — 강점과 리스크</vt:lpstr>
      <vt:lpstr>결론 &amp; 다음 단계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 강철</cp:lastModifiedBy>
  <cp:revision>2</cp:revision>
  <dcterms:created xsi:type="dcterms:W3CDTF">2013-01-27T09:14:16Z</dcterms:created>
  <dcterms:modified xsi:type="dcterms:W3CDTF">2026-09-07T06:17:33Z</dcterms:modified>
  <cp:category/>
</cp:coreProperties>
</file>